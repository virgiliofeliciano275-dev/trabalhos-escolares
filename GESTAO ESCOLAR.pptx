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9691"/>
                </a:solidFill>
                <a:latin typeface="Aptos"/>
              </a:defRPr>
            </a:pPr>
            <a:r>
              <a:t>PROJETO DE SISTEMA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589520" cy="18288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GESTÃO</a:t>
            </a:r>
          </a:p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896112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DAE8F4"/>
                </a:solidFill>
                <a:latin typeface="Aptos"/>
              </a:defRPr>
            </a:pPr>
            <a:r>
              <a:t>Automatização dos processos administrativos e académicos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9144000" cy="64120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Instituto Técnico </a:t>
            </a:r>
            <a:r>
              <a:rPr dirty="0" err="1"/>
              <a:t>Comércial</a:t>
            </a:r>
            <a:r>
              <a:rPr dirty="0"/>
              <a:t> Luanda   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 Virgilio </a:t>
            </a:r>
            <a:r>
              <a:rPr lang="pt-AO" dirty="0"/>
              <a:t>f</a:t>
            </a:r>
            <a:r>
              <a:rPr dirty="0" err="1"/>
              <a:t>eliciano</a:t>
            </a:r>
            <a:r>
              <a:rPr dirty="0"/>
              <a:t> Jamba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40421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DAE8F4"/>
                </a:solidFill>
                <a:latin typeface="Aptos"/>
              </a:defRPr>
            </a:pPr>
            <a:r>
              <a:t>Técnico de Informática de Gestão  |  13.ª classe  |  Turma CTI  |  N.º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09691"/>
                </a:solidFill>
                <a:latin typeface="Aptos"/>
              </a:defRPr>
            </a:pPr>
            <a:r>
              <a:t>LUANDA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Introdução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6634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A gestão escolar depende de informação organizada e atualizada.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Processos manuais ou ficheiros dispersos podem dificultar a consulta.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A proposta centraliza dados numa aplicação web.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O sistema é uma proposta a implementar e testar.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Problema e pergunta de investigação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488289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4882896" cy="10515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Possíveis dificuldades na organização, atualização e consulta dos dados escolares.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581912"/>
            <a:ext cx="488289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PERGUNTA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103120"/>
            <a:ext cx="4882896" cy="10515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Como pode um sistema web melhorar a eficiência dos processos administrativos e académicos?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546374"/>
                </a:solidFill>
                <a:latin typeface="Aptos"/>
              </a:defRPr>
            </a:pPr>
            <a:r>
              <a:t>Nota: o problema será confirmado numa instituição real apenas com recolha de 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Justificação e intenção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27632"/>
            <a:ext cx="314553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ORGANIZAÇÃO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3145536" cy="1600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Centralizar dados e reduzir duplicação.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37744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2"/>
            <a:ext cx="314553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CONSULTA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48840"/>
            <a:ext cx="3145536" cy="1600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Facilitar pesquisa e relatórios.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627632"/>
            <a:ext cx="314553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APRENDIZAGEM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48840"/>
            <a:ext cx="3145536" cy="1600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Aplicar conhecimentos de Informática de Gestão.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B4A"/>
                </a:solidFill>
                <a:latin typeface="Aptos"/>
              </a:defRPr>
            </a:pPr>
            <a:r>
              <a:t>Intenção: propor uma solução informática para apoiar as tarefas escolares.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18872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1036929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OBJETIVO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1036929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Desenvolver um sistema web de gestão escolar para a automatização dos processos administrativos e académicos.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424160" cy="2560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22B4A"/>
                </a:solidFill>
                <a:latin typeface="Aptos"/>
              </a:defRPr>
            </a:pPr>
            <a:r>
              <a:t>•  Identificar necessidades e estudar um sistema semelhante.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22B4A"/>
                </a:solidFill>
                <a:latin typeface="Aptos"/>
              </a:defRPr>
            </a:pPr>
            <a:r>
              <a:t>•  Definir requisitos e selecionar tecnologias.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22B4A"/>
                </a:solidFill>
                <a:latin typeface="Aptos"/>
              </a:defRPr>
            </a:pPr>
            <a:r>
              <a:t>•  Projetar arquitetura, dados, segurança e testes.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Metodologia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1
Pesquisa documental e bibliográfica</a:t>
            </a:r>
            <a:br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87752" y="2487168"/>
            <a:ext cx="3200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2</a:t>
            </a:r>
            <a:br/>
            <a:r>
              <a:t>Análise do sistema semelhante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2487168"/>
            <a:ext cx="3200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3
Levantamento de requisitos</a:t>
            </a:r>
            <a:br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51192" y="2487168"/>
            <a:ext cx="3200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4</a:t>
            </a:r>
            <a:br/>
            <a:r>
              <a:t>Proposta de arquitetura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1" y="2487168"/>
            <a:ext cx="32004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5</a:t>
            </a:r>
            <a:br/>
            <a:r>
              <a:t>Planeamento de testes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546374"/>
                </a:solidFill>
                <a:latin typeface="Aptos"/>
              </a:defRPr>
            </a:pPr>
            <a:r>
              <a:t>O estudo de caso é hipotético; não representa resultados de campo.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Estudo de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22B4A"/>
                </a:solidFill>
                <a:latin typeface="Aptos"/>
              </a:defRPr>
            </a:pPr>
            <a:r>
              <a:t>Cenário hipotético: instituição de ensino que precisa de organizar a informação.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404872"/>
            <a:ext cx="47000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Alunos e docentes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4700016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Registos atualizados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029200" cy="123444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2404872"/>
            <a:ext cx="47000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Turmas e matrículas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926080"/>
            <a:ext cx="4700016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Associação correta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959352"/>
            <a:ext cx="47000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Notas e presença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480560"/>
            <a:ext cx="4700016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Acompanhamento académico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029200" cy="123444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959352"/>
            <a:ext cx="47000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Relatórios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480560"/>
            <a:ext cx="4700016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Informação consolidada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Sistema semelhante: Frappe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7000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FUNCIONALIDADES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4700016" cy="2788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Alunos e professores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Admissões e pagamentos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Horários e avaliações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Portal do estudante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029200" cy="356616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490472"/>
            <a:ext cx="47000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REFERÊNCIA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4700016" cy="2788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Ecossistema Frappe/ERPNext; utiliza Python e JavaScript. A interface Frappe UI é baseada em Vue.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69848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46374"/>
                </a:solidFill>
                <a:latin typeface="Aptos"/>
              </a:defRPr>
            </a:pPr>
            <a:r>
              <a:t>A comparação é documental; não foram realizados testes de desempenho ou segurança.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Tecnologias selecionadas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Linguagem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514600" cy="132588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15361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0574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5361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0574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Execução no servidor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514600" cy="132588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54312" y="15361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Next.js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0574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Estrutura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3649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8862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Base de 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200400"/>
            <a:ext cx="2514600" cy="132588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2" y="33649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38862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Estilos responsivos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3364992"/>
            <a:ext cx="218541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886200"/>
            <a:ext cx="2185416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Versões e repositório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98348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C80"/>
                </a:solidFill>
                <a:latin typeface="Aptos"/>
              </a:rPr>
              <a:t>Critério de seleção: tecnologias compatíveis entre si, com funções complementares e adequadas à construção da interface, ao processamento no servidor, à gestão dos dados e ao controlo de versões.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Arquitetura 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Utilizadores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560320"/>
            <a:ext cx="320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24028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560320"/>
            <a:ext cx="320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155448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React +</a:t>
            </a:r>
            <a:br/>
            <a:r>
              <a:t>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60320"/>
            <a:ext cx="320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Next.js /</a:t>
            </a:r>
            <a:br/>
            <a:r>
              <a:t>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560320"/>
            <a:ext cx="32004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240280"/>
            <a:ext cx="155448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241280" cy="8686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46374"/>
                </a:solidFill>
                <a:latin typeface="Aptos"/>
              </a:defRPr>
            </a:pPr>
            <a:r>
              <a:rPr sz="1200"/>
              <a:t>React e Tailwind CSS constroem a interface; Next.js organiza a aplicação; Node.js executa a lógica no servidor; PostgreSQL guarda os dados. TypeScript apoia a tipagem, enquanto Git e GitHub controlam as versões e a colaboração.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Como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1. Iniciar sessão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4612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2. Verificar perfil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4173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3. Introduzir dados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66160"/>
            <a:ext cx="324612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4. Validar pedido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56616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5. Guardar/consultar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566160"/>
            <a:ext cx="324612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6. Mostrar resultado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Funcionalidades e requisitos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791455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FUNCIONAIS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4791455" cy="33375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Autenticação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Alunos e professores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Turmas e matrículas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Notas e assiduidade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Relatórios e permissões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11480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536192"/>
            <a:ext cx="4791455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NÃO FUNCIONAIS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057400"/>
            <a:ext cx="4791455" cy="33375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Interface responsiva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Validação de dados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Segurança de acesso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Cópias de segurança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Código de fácil manutenção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Segurança, testes e resultados esperados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314553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45536" cy="269747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Autenticação, permissões, validação no servidor e backups.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347472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90472"/>
            <a:ext cx="314553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145536" cy="269747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Acesso válido/inválido, registo, notas, pesquisa e recuperação.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490472"/>
            <a:ext cx="3145536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011680"/>
            <a:ext cx="3145536" cy="2697479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Melhor organização e consulta; menos repetição manual.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46374"/>
                </a:solidFill>
                <a:latin typeface="Aptos"/>
              </a:defRPr>
            </a:pPr>
            <a:r>
              <a:t>Os resultados são esperados e devem ser confirmados após implementação.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009691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 proposta centraliza a informação escolar e organiza os processos num sistema web.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7132320" cy="18288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Próximos passos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• Implementar os módulos essenciais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• Testar segurança e integridade dos dados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• Validar a solução com utilizadores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E1EBF5"/>
                </a:solidFill>
                <a:latin typeface="Aptos"/>
              </a:defRPr>
            </a:pPr>
            <a:r>
              <a:t>Referências: documentação oficial de React, TypeScript, Node.js, Next.js, PostgreSQL, Tailwind CSS, Frappe Education e OWASP.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9691"/>
                </a:solidFill>
                <a:latin typeface="Aptos"/>
              </a:defRPr>
            </a:pPr>
            <a: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791</Words>
  <Application>Microsoft Office PowerPoint</Application>
  <PresentationFormat>Ecrã Panorâmico</PresentationFormat>
  <Paragraphs>138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virgilio jamba</cp:lastModifiedBy>
  <cp:revision>2</cp:revision>
  <dcterms:created xsi:type="dcterms:W3CDTF">2013-01-27T09:14:16Z</dcterms:created>
  <dcterms:modified xsi:type="dcterms:W3CDTF">2026-10-28T17:09:20Z</dcterms:modified>
  <cp:category/>
</cp:coreProperties>
</file>